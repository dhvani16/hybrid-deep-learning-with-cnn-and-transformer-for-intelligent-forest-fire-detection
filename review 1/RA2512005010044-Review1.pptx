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2" r:id="rId4"/>
    <p:sldId id="273" r:id="rId5"/>
    <p:sldId id="279" r:id="rId6"/>
    <p:sldId id="282" r:id="rId7"/>
    <p:sldId id="280" r:id="rId8"/>
    <p:sldId id="275" r:id="rId9"/>
    <p:sldId id="281" r:id="rId10"/>
    <p:sldId id="276" r:id="rId11"/>
    <p:sldId id="277" r:id="rId12"/>
    <p:sldId id="278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45"/>
    <p:restoredTop sz="94658"/>
  </p:normalViewPr>
  <p:slideViewPr>
    <p:cSldViewPr snapToGrid="0">
      <p:cViewPr varScale="1">
        <p:scale>
          <a:sx n="120" d="100"/>
          <a:sy n="120" d="100"/>
        </p:scale>
        <p:origin x="200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5C5D736-3AB0-C210-3D2B-2B6C2D9D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A0D8A4C-5B46-021B-813A-966EBA3D3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D6D70B4-3647-5EA8-90A2-198DD4655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2303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AEC9C45-B4E5-805E-367D-FFED3AD8B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76AC523-E326-ECF6-56F3-9B29C72EF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7D3EADB-7BC6-9885-D849-41B0F4A47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5115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BBACF16A-35D9-59F7-613B-13CE444E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8FEE99C-B141-F282-9C84-059018076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B8B94008-3E8C-4024-FFE9-3C72E675A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815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8FF3BBE-4C1E-05D5-5648-B1EC490F5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37881BA-94E1-CEED-0828-4C19E9EAA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4B7FF28-5FE8-E442-88E2-4659A2EFA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1948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hylake1337/fire-datase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721" y="189101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b="1" dirty="0"/>
              <a:t>Hybrid Deep Learning with CNN and Transformer for Intelligent Forest Fire Detection</a:t>
            </a:r>
            <a:endParaRPr lang="en-US"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3965250" y="3980232"/>
            <a:ext cx="4982048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No: RA2512005010044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ct val="1000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Dhvani Patel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11571" y="3980232"/>
            <a:ext cx="3837062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Pandiaraj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US" dirty="0"/>
              <a:t>Assistant Professor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Computing Technologies</a:t>
            </a: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 the problem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fires cause massive loss of life, wildlife, and ecosystems every year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automated detection systems are too slow or too inaccurate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deep learning model captures BOTH local fire features AND global scene context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problem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350–400 million hectares of land burned globally every year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losses exceed USD 150 billion annually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systems: satellite imaging (1–2 passes/day), smoke sensors, watchtowers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| Limited coverage | High false alarm rate in fog/haze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models detect local flame textures but miss long-range smoke patterns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(</a:t>
            </a: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understand global context but need huge datasets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study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(within minutes) can prevent small fires from becoming catastrophic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work combines CNN + Transformer specifically for fire detection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systematic 3-model comparison (CNN vs. </a:t>
            </a: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Hybrid) on the same dataset</a:t>
            </a:r>
          </a:p>
          <a:p>
            <a:pPr lvl="1"/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robust, interpretable model is needed for real-world fire </a:t>
            </a:r>
            <a:r>
              <a:rPr lang="en-US" sz="1300" i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systems</a:t>
            </a: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0"/>
              </a:spcBef>
              <a:buSzPts val="3200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Objectives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evaluate a Hybrid CNN + Transformer model for forest fire detection that outperforms CNN-only and Transformer-only approaches</a:t>
            </a:r>
          </a:p>
          <a:p>
            <a:pPr marL="342900">
              <a:spcBef>
                <a:spcPts val="0"/>
              </a:spcBef>
              <a:buSzPts val="3200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CNN baseline using pretrained EfficientNet-B4 for local feature extraction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-B/16 baseline to represent a pure Transformer approach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Hybrid model: EfficientNet-B4 backbone → Transformer encoder → classifier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all 3 models on the same dataset, same split, same evaluation metrics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decisions using Grad-CAM and Transformer attention maps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conditions under which hybrid architectures outperform single-paradigm models</a:t>
            </a:r>
          </a:p>
          <a:p>
            <a:pPr marL="342900">
              <a:spcBef>
                <a:spcPts val="0"/>
              </a:spcBef>
              <a:buSzPts val="3200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Goals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&gt;95% accuracy on the test set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Maximise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Recall — </a:t>
            </a: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missed fire detections (false negatives)</a:t>
            </a:r>
          </a:p>
          <a:p>
            <a:pPr marL="800100" lvl="1">
              <a:spcBef>
                <a:spcPts val="0"/>
              </a:spcBef>
              <a:buSzPts val="3200"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interpretable </a:t>
            </a: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visualisations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model </a:t>
            </a: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/ research</a:t>
            </a: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Based Model</a:t>
            </a:r>
          </a:p>
          <a:p>
            <a:pPr lvl="2"/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(Jadon et al., 2019) — lightweight 6-layer CNN for real-time IoT fire detection</a:t>
            </a:r>
          </a:p>
          <a:p>
            <a:pPr lvl="2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ResNet-50/101 (He et al., 2016) — deep residual networks; high accuracy, high latency</a:t>
            </a:r>
          </a:p>
          <a:p>
            <a:pPr lvl="2"/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(Tan &amp; Le, 2019) — compound scaling; best accuracy-efficiency trade-off in CNNs</a:t>
            </a:r>
          </a:p>
          <a:p>
            <a:pPr lvl="2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Venâncio et al. (2022) — EfficientNet-B4 outperforms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VGG on aerial fire images</a:t>
            </a:r>
          </a:p>
          <a:p>
            <a:pPr lvl="2"/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(Howard et al., 2017) — lightweight model for UAV edge deployment</a:t>
            </a: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Based Model</a:t>
            </a:r>
          </a:p>
          <a:p>
            <a:pPr lvl="2"/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Dosovitskiy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2021) — image split into patches; global self-attention; needs large data</a:t>
            </a:r>
          </a:p>
          <a:p>
            <a:pPr lvl="2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(Liu et al., 2021) — hierarchical shifted-window attention; better data efficiency</a:t>
            </a: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 (General Vision Tasks)</a:t>
            </a:r>
          </a:p>
          <a:p>
            <a:pPr lvl="2"/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CoAtNet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(Dai et al., 2021) — combines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 + self-attention; best of both worlds</a:t>
            </a:r>
          </a:p>
          <a:p>
            <a:pPr lvl="2"/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LocalViT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embed convolution inside Transformer layers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EF90615-C14D-6CA2-CB36-63B1F0D1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316CBEB1-31EA-3B1F-47A1-145042297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59C990C2-BA61-972E-C49C-201CCDB9A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1083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data-efficient and strong on local texture/color features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capture long-range dependencies but need 10,000+ images to fully converge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 outperform both in general image classification at medium-to-large dataset sizes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work applies a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CNN+Transformer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specifically to fire detection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dedicated hybrid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CNN+Transformer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for forest fire detection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systematic 3-way comparison (CNN vs.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Hybrid) on the same fire dataset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study analyses the dataset-size threshold at which hybrid models outperform single models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interpretability analysis (Grad-CAM + attention maps) in existing fire detection works</a:t>
            </a: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C1D0C7F1-950E-0B1A-818B-DFED54F765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5DAADDD-296F-5259-E700-5EE6CE53075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7BB8497-3A3A-C6BF-4F73-D442E36D60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784D52C6-1824-706D-9652-7B4784D45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47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5EA40C0-802D-7435-72F9-09D90D67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EE84C69-CEBE-0136-B9DD-C31B8A3A6F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0F08E608-CBCE-7EC3-4F48-E9886E949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</a:t>
            </a: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: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2.x </a:t>
            </a: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Models: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timm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Augmentation: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albumentations</a:t>
            </a:r>
            <a:endParaRPr 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scikit-learn</a:t>
            </a:r>
          </a:p>
          <a:p>
            <a:pPr lvl="1"/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matplotlib</a:t>
            </a: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Interpretability: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-grad-cam </a:t>
            </a: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Kaggle (phylake1337) </a:t>
            </a:r>
          </a:p>
          <a:p>
            <a:pPr lvl="1"/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NVIDIA T4 GPU (Google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69BB80B9-504A-56CB-240D-8767624C1D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021FB15-03C9-0C09-AD0C-3D0257D28C3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66C03AE-0D24-53D2-60DC-F4F3992185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C07BD52-E476-C090-E50B-69420E5C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715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1E73DAD-952F-6A7A-6421-EFC12ECF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C123FB50-8506-CAB1-E344-E187CF44A3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C44770F6-0062-A2DC-7359-66D09320C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Image (224×224 RGB)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EfficientNet-B4 Backbone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(local features: 7×7×1792)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1×1 Conv Projection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(7×7×512)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Flatten → 49 Patch Tokens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CLS Token + Positional Embedding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Transformer Encoder × 4 layers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(Multi-Head Self-Attention + FFN)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CLS Token Output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Dropout + Linear Layer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114300" indent="0" algn="ctr"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Fire  /  No Fire</a:t>
            </a: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463EF447-C7B7-F1B6-D75C-7E6B4B38D3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2247575F-156B-CC5F-8672-C8B4E7C764A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E28F958-A368-E8F3-30E8-D30323CC36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0570F03E-CF7B-5D9C-1FDC-B324334FE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4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Research &amp; Problem Definition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existing forest fire detection systems and their limitations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CNN, Transformer, and Hybrid model literature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research objectives and scope of the case study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dataset selection (Kaggle Wildfire Dataset)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project environment and folder structure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Dataset Preparation &amp; Design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organize dataset (755 fire + 244 non-fire images)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stratified 70/15/15 train/validation/test split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augmentation pipeline (flip, rotation, color jitter, fog)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model architecture for all 3 models (CNN,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Hybrid)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evaluation metrics: Accuracy, Precision, Recall, F1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BF026D78-44C7-409A-E5C6-CDDE652C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308D3282-0C9F-D3D5-1C69-E9A6F46620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4EEB196A-ADA2-DE53-44B6-0B8362353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Model Development &amp; Training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CNN baseline (EfficientNet-B4) with two-phase training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Hybrid CNN + Transformer architecture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-B/16 baseline for comparison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all 3 models on NVIDIA T4 GPU (Google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best checkpoints for each model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– Evaluation &amp; Paper Writing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all 3 models on held-out test set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Grad-CAM and Transformer attention visualizations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failure cases and model interpretability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paper with results and discussion</a:t>
            </a:r>
          </a:p>
          <a:p>
            <a:pPr lvl="1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final presentation</a:t>
            </a: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0F72967F-A174-36FA-D201-3F39BB3F5D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334FBFD-EE99-754B-B4F1-BA362C8D461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AA81DA6-AB1D-417E-4F98-4E6161D1D0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E8F164CE-B6FD-42DE-456E-7217B801B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466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trained and saved model checkpoints (CNN,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Hybrid)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figures: Model comparison chart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Interpretability: Grad-CAM maps and Transformer attention visualizations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case analysis with categorized error types</a:t>
            </a: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technical report documenting all findings</a:t>
            </a: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proposed work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Hybrid CNN + Transformer architecture for forest fire detection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a systematic 3-model comparative study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interpretability analysis using Grad-CAM and Transformer attention maps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a real-world wildfire dataset with natural class imbalance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to larger datasets (10,000+ images) to unlock full hybrid model potential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multi-class detection: fire, smoke, no-fire, smoldering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video stream inference for continuous forest monitoring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compression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satellite and thermal imaging channels as additional input modalities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domain adaptation to generalize across different forest types and geographies</a:t>
            </a:r>
          </a:p>
          <a:p>
            <a:pPr lvl="1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weather and wind data for fire spread prediction, not just detection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Dosovitskiy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et al. (2021). An Image is Worth 16×16 Words: Transformers for Image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Recognition at Scale. ICLR 2021.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[2] Tan, M. &amp; Le, Q. (2019).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Rethinking Model Scaling for Convolutional Neural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Networks. ICML 2019.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[3] He, K. et al. (2016). Deep Residual Learning for Image Recognition. CVPR 2016.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[4] Liu, Z. et al. (2021). Swin Transformer: Hierarchical Vision Transformer using Shifted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Windows. ICCV 2021.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[5] Dai, Z. et al. (2021).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CoAtNet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Marrying Convolution and Attention for All Data Sizes.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[6] Jadon, A. et al. (2019).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FireNet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Specialized Lightweight Fire &amp; Smoke Detection Model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Real-Time IoT Applications. arXiv:1905.11922.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[7] Howard, A. et al. (2017).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MobileNets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Convolutional Neural Networks for Mobile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Vision Applications. arXiv:1704.04861.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[8] De Venâncio, P. V. A. B. et al. (2022). An Automatic Fire Detection System Based on Deep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Convolutional Neural Networks. Neural Computing and Applications, 34, 13815–13832.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[9] phylake1337 (2020). Fire Dataset. Kaggle.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https://www.kaggle.com/datasets/phylake1337/fire-dataset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1436</Words>
  <Application>Microsoft Macintosh PowerPoint</Application>
  <PresentationFormat>On-screen Show (4:3)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Hybrid Deep Learning with CNN and Transformer for Intelligent Forest Fire Detection</vt:lpstr>
      <vt:lpstr>   Problem Statement</vt:lpstr>
      <vt:lpstr> Objectives</vt:lpstr>
      <vt:lpstr>  Literature Review</vt:lpstr>
      <vt:lpstr>  Literature Review</vt:lpstr>
      <vt:lpstr>    Proposed Methodology</vt:lpstr>
      <vt:lpstr>    Proposed Methodology</vt:lpstr>
      <vt:lpstr>    Work Plan / Timeline</vt:lpstr>
      <vt:lpstr>    Work Plan / Timeline</vt:lpstr>
      <vt:lpstr>    Expected Outcome</vt:lpstr>
      <vt:lpstr>    Conclusion</vt:lpstr>
      <vt:lpstr>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Patel, Dhvani</cp:lastModifiedBy>
  <cp:revision>21</cp:revision>
  <dcterms:created xsi:type="dcterms:W3CDTF">2020-05-13T07:00:09Z</dcterms:created>
  <dcterms:modified xsi:type="dcterms:W3CDTF">2026-09-18T09:44:14Z</dcterms:modified>
</cp:coreProperties>
</file>